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CONFIDENTIAL BRIEFING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링크드인 콘텐츠 인사이트 브리핑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저자 사상 · 스타일 · 심리 종합 분석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32004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880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분석 대상: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LinkedIn 글쓰기 총 19편 (AI·테크·한국 경제)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분석 관점: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콘텐츠 스타일 · 저자 성향 · 심리 패턴 · 핵심 메시지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기준일: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2025~2026년 게시 콘텐츠 기준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BAIN &amp; COMPANY STYLE  |  INTERNAL ANALYSIS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이 저자는 'AI 전략가이자 한국 미래 설계자'의 관점으로 글을 씁니다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30175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7432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55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데이터 기반 균형 분석가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과도한 낙관론도 비관론도 배격. 실제 수치를 근거로 '전환기'라는 현실적 프레임을 제시하며, 공포심이 아닌 전략적 대응을 촉구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743200" cy="30175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00200"/>
            <a:ext cx="27432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55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구조 설계 전략론자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88036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"AI 시대의 경쟁력은 기술이 아닌 구조 설계에서 나온다"는 신념. 기술 수용보다 비즈니스 모델·프로세스 혁신을 더 중요시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743200" cy="30175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600200"/>
            <a:ext cx="27432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755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한국 디지털 주권 옹호자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880360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카카오·네이버의 위기, 라인 사태, AI 투자 격차 등을 근거로 한국이 '디지털 주변국'으로 전락하는 것을 경계하며 국가 전략을 촉구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Source: 링크드인 글쓰기 19편 분석 (2025~2026)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콘텐츠 포트폴리오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총 19편 중 상위 6편이 전체 좋아요의 75%를 차지 — '한국 미래'와 'AI 전략'이 최대 공감 영역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840480" cy="3246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주제별 분류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109728" cy="4572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트렌드 &amp; 기술 분석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258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8편  |  42%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109728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한국 경제 &amp; 플랫폼 전략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9443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5편  |  26%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383280"/>
            <a:ext cx="109728" cy="457200"/>
          </a:xfrm>
          <a:prstGeom prst="rect">
            <a:avLst/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글로벌 테크 &amp; 스타트업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3630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4편  |  21%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109728" cy="457200"/>
          </a:xfrm>
          <a:prstGeom prst="rect">
            <a:avLst/>
          </a:prstGeom>
          <a:solidFill>
            <a:srgbClr val="5A8A6A"/>
          </a:solidFill>
          <a:ln w="12700">
            <a:solidFill>
              <a:srgbClr val="5A8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미디어 &amp; 콘텐츠 산업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2편  |  11%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1463040"/>
            <a:ext cx="4480560" cy="3246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좋아요 TOP 5 게시물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2221992"/>
            <a:ext cx="2926080" cy="201168"/>
          </a:xfrm>
          <a:prstGeom prst="rect">
            <a:avLst/>
          </a:prstGeom>
          <a:solidFill>
            <a:srgbClr val="DEE5EF"/>
          </a:solidFill>
          <a:ln w="12700">
            <a:solidFill>
              <a:srgbClr val="DEE5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2221992"/>
            <a:ext cx="2731008" cy="2011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199339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카카오·네이버 10년 뒤 미래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0" y="2221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♥ 576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26280" y="2770632"/>
            <a:ext cx="2926080" cy="201168"/>
          </a:xfrm>
          <a:prstGeom prst="rect">
            <a:avLst/>
          </a:prstGeom>
          <a:solidFill>
            <a:srgbClr val="DEE5EF"/>
          </a:solidFill>
          <a:ln w="12700">
            <a:solidFill>
              <a:srgbClr val="DEE5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2770632"/>
            <a:ext cx="2080768" cy="201168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54203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'한국은 끝났다'에 대한 생각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27706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♥ 432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3319272"/>
            <a:ext cx="2926080" cy="201168"/>
          </a:xfrm>
          <a:prstGeom prst="rect">
            <a:avLst/>
          </a:prstGeom>
          <a:solidFill>
            <a:srgbClr val="DEE5EF"/>
          </a:solidFill>
          <a:ln w="12700">
            <a:solidFill>
              <a:srgbClr val="DEE5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3319272"/>
            <a:ext cx="747776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0906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거품론 3가지 코드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33192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♥ 157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3867912"/>
            <a:ext cx="2926080" cy="201168"/>
          </a:xfrm>
          <a:prstGeom prst="rect">
            <a:avLst/>
          </a:prstGeom>
          <a:solidFill>
            <a:srgbClr val="DEE5EF"/>
          </a:solidFill>
          <a:ln w="12700">
            <a:solidFill>
              <a:srgbClr val="DEE5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3867912"/>
            <a:ext cx="689254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63931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The truth of Korean content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98080" y="38679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♥ 145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26280" y="4416552"/>
            <a:ext cx="2926080" cy="201168"/>
          </a:xfrm>
          <a:prstGeom prst="rect">
            <a:avLst/>
          </a:prstGeom>
          <a:solidFill>
            <a:srgbClr val="DEE5EF"/>
          </a:solidFill>
          <a:ln w="12700">
            <a:solidFill>
              <a:srgbClr val="DEE5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6280" y="4416552"/>
            <a:ext cx="663245" cy="20116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418795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열풍 — MIT 경제학자 경고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98080" y="4416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♥ 140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Source: 링크드인 글쓰기 19편 게시 데이터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글쓰기 스타일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'데이터 → 프레임 → 인사이트' 3단 구조로 독자의 사고를 체계적으로 안내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91440" cy="1554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구조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번호 기반 스레드 구성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1/, 2/, 3/ 형식으로 복잡한 주제를 단계적 논리로 분해. 결론보다 맥락 먼저 제시 후 점진적 주장 심화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예: "1/ 데이터 제시 → 2/ 비교 분석 → 3/ 국내 시사점" 패턴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463040"/>
            <a:ext cx="91440" cy="1554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54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근거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데이터 &amp; 권위 근거 병행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9204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실제 통계(ChatGPT 인지율 80%, 좋아요 576개 등)와 권위자 발언(힌튼 교수, 아세모글루 교수)을 병행하여 신뢰도 확보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761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예: MIT 경제학자 경고 → 국내 맥락 연결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91440" cy="1554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2461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언어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직관적 비유와 프레임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"흐릿한 JPEG(테드 창)", "갈라파고스 시장", "설계의 시간" 등 추상 개념을 일상 이미지로 번역. 독자 진입장벽을 낮추는 전략적 언어 선택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4531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예: AI 학습 = "플라이휠" 비유 활용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1546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54680"/>
            <a:ext cx="91440" cy="1554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2461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마무리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566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행동 촉구형 결론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단순 분석에 그치지 않고 항상 "그렇다면 우리는 어떻게?"라는 실천적 질문으로 마무리. 독자를 수동적 정보 수용자가 아닌 능동적 결정자로 위치시킴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44531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예: "기술 아닌 구조 설계에서 경쟁력 나온다"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Source: 링크드인 글쓰기 19편 정성 분석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저자 핵심 사상 및 관점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3대 신념 축: '전환기 낙관론 · AI 구조주의 · 디지털 주권론'이 모든 글의 관통 논리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8892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788920" cy="6858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전환기 낙관론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828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"몰락이 아닌 전환"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2677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한국의 위기를 '몰락'이 아닌 '전환기'로 재정의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6517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부정적 데이터도 균형 잡힌 시각으로 재해석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0358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IMF 위기 후 IT 강국 도약을 반복 가능한 모델로 제시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4198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한국의 빠른 적응력을 핵심 강점으로 강조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4315968"/>
            <a:ext cx="25786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3251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"빠르게 위기를 감지해온 한국이 이제는 빠르게 미래를 설계해야"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463040"/>
            <a:ext cx="278892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463040"/>
            <a:ext cx="278892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구조주의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10128" y="1828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"기술보다 설계"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2677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기술 자체보다 적용 구조·프로세스가 경쟁력 결정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6517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Closed-loop system과 플라이휠 구조 설계를 핵심으로 강조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30358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컴퓨팅·알고리즘·서비스 3층 구조로 AI 생태계 분석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34198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버블론에도 균형 잡힌 비판적 수용 자세 견지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0128" y="4315968"/>
            <a:ext cx="25786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43251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"AI 시대의 경쟁력은 기술이 아닌 구조 설계에서 나온다"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1463040"/>
            <a:ext cx="2788920" cy="329184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463040"/>
            <a:ext cx="2788920" cy="685800"/>
          </a:xfrm>
          <a:prstGeom prst="rect">
            <a:avLst/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디지털 주권론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36208" y="1828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"갈라파고스를 넘어서"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22677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49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카카오·네이버의 글로벌 경쟁력 약화에 경보 발령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36208" y="265176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49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라인 사태, AI 투자 격차(1.8조 vs 일본 90조)를 구체적 근거로 제시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36208" y="303580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49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규제와 글로벌 확장 사이의 전략적 딜레마 분석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36208" y="3419856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49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1990년대 정보화 투자 수준의 국가 결단 필요성 촉구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36208" y="4315968"/>
            <a:ext cx="257860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43251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2A6496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"단절된 생태계를 벗어나 아시아 중심축으로 재도약해야"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Source: 링크드인 글쓰기 19편 정성 분석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저자 성향 및 포지셔닝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'전략가형 지식 큐레이터' — 이론과 실용을 넘나드는 균형적 글로벌 시각 보유자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377440" cy="1691640"/>
          </a:xfrm>
          <a:prstGeom prst="rect">
            <a:avLst/>
          </a:prstGeom>
          <a:solidFill>
            <a:srgbClr val="EFF2F7"/>
          </a:solidFill>
          <a:ln w="12700">
            <a:solidFill>
              <a:srgbClr val="C8D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463040"/>
            <a:ext cx="2377440" cy="1691640"/>
          </a:xfrm>
          <a:prstGeom prst="rect">
            <a:avLst/>
          </a:prstGeom>
          <a:solidFill>
            <a:srgbClr val="E8F0FA"/>
          </a:solidFill>
          <a:ln w="12700">
            <a:solidFill>
              <a:srgbClr val="C8D5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154680"/>
            <a:ext cx="237744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8D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3154680"/>
            <a:ext cx="2377440" cy="1691640"/>
          </a:xfrm>
          <a:prstGeom prst="rect">
            <a:avLst/>
          </a:prstGeom>
          <a:solidFill>
            <a:srgbClr val="FFF3F0"/>
          </a:solidFill>
          <a:ln w="12700">
            <a:solidFill>
              <a:srgbClr val="C8D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892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← 로컬 시각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0" y="4892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글로벌 시각 →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554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분석적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4617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실천적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3464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글로벌 분석가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9274" y="2545690"/>
            <a:ext cx="320040" cy="3200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6746" y="251825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저자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463040"/>
            <a:ext cx="3474720" cy="338328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핵심 성향 특징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32120" y="1993392"/>
            <a:ext cx="7315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19933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균형 지향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87568" y="22037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극단적 비관론·낙관론 모두 배격, 데이터로 중도 포지션 유지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2542032"/>
            <a:ext cx="7315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2542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교육자 마인드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87568" y="27523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복잡한 개념을 쉬운 비유로 설명하는 '지식 민주화' 추구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32120" y="3090672"/>
            <a:ext cx="7315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30906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전략적 실용주의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87568" y="33009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이론보다 '그래서 어떻게?'라는 실천 가능한 답 제시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3639312"/>
            <a:ext cx="7315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363931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한국 중심 글로벌 시각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87568" y="38496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해외 사례를 한국 맥락으로 재해석하는 '로컬라이저' 역할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4187952"/>
            <a:ext cx="73152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41879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체계적 사고자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87568" y="439826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3가지 코드, 5대 트렌드 등 프레임워크 기반 분석 선호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저자 심리 &amp; 동기 분석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'지식 공유를 통한 사회적 영향력 추구' — 한국의 미래에 대한 책임감이 글쓰기의 핵심 동력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심리적 동인 (Psychological Drivers)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502920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74520"/>
            <a:ext cx="91440" cy="658368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한국인 정체성 &amp; 위기 책임감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"한국은 끝났다"는 담론에 정면 반박하며, 정확한 분석으로 불필요한 사회적 공포를 해소하려는 책임감. 좋아요 576건의 '카카오·네이버' 글이 이를 방증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502920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06040"/>
            <a:ext cx="9144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517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지식 민주화 욕구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어려운 AI 기술 개념(보상 함수 해킹, Closed-loop, MCP 프로토콜 등)을 일반 독자가 이해할 수 있도록 설명하려는 강한 교육적 동기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502920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37560"/>
            <a:ext cx="91440" cy="658368"/>
          </a:xfrm>
          <a:prstGeom prst="rect">
            <a:avLst/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8328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위기 경보자 역할 의식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버블론, MIT 경제학자 경고, 카카오·네이버 위기 등 '아직 많은 이가 모르는 위험'을 선제적으로 공유하려는 사명감적 태도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069080"/>
            <a:ext cx="5029200" cy="658368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069080"/>
            <a:ext cx="91440" cy="658368"/>
          </a:xfrm>
          <a:prstGeom prst="rect">
            <a:avLst/>
          </a:prstGeom>
          <a:solidFill>
            <a:srgbClr val="5A8A6A"/>
          </a:solidFill>
          <a:ln w="12700">
            <a:solidFill>
              <a:srgbClr val="5A8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148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균형 잡힌 합리주의자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공포론(힌튼 교수)과 과도한 낙관론(AI 버블) 모두를 비판하는 중도적 포지션. 이분법적 논쟁을 넘어서는 nuanced한 시각을 추구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0" y="1444752"/>
            <a:ext cx="3200400" cy="3337560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1536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내적 긴장 구도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희망 vs 경계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06440" y="2286000"/>
            <a:ext cx="2880360" cy="18288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2286000"/>
            <a:ext cx="1417320" cy="18288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14032" y="2267712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514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낙관적 미래 신념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2514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현실적 위기 경보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06440" y="2898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보편성 vs 특수성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06440" y="3172968"/>
            <a:ext cx="2880360" cy="18288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6440" y="3172968"/>
            <a:ext cx="1417320" cy="18288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14032" y="3154680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글로벌 시각 추구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2376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한국 맥락 중시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0644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혁신 vs 신중함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06440" y="4059936"/>
            <a:ext cx="2880360" cy="18288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4059936"/>
            <a:ext cx="1417320" cy="18288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14032" y="4041648"/>
            <a:ext cx="219456" cy="21945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기술 수용 촉진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23760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버블 경고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Source: 링크드인 글쓰기 19편 정성·정량 분석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So What? — 핵심 인사이트 및 시사점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이 저자의 콘텐츠를 통해 한국 테크 업계 리더의 시대 인식을 역독(逆讀)할 수 있다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86868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결론: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저자는 'AI를 통한 한국의 재도약'을 신념으로, 글로벌 데이터를 현지 맥락으로 번역하는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4A01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전략적 지식 브리퍼(Knowledge Briefer)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의 역할을 수행하고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8412480" cy="749808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423160"/>
            <a:ext cx="109728" cy="7498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597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시사점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콘텐츠 전략: 균형 프레임이 공감 극대화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880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좋아요 최상위 글('카카오·네이버', '한국은 끝났다')은 모두 '위기 인정 + 희망 제시' 구조. 극단적 시각보다 균형 잡힌 논거가 고관여 독자층의 공감을 이끌어냄   → 자신의 콘텐츠도 '문제 제기 + 대안 제시' 이중 구조 적용 고려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8412480" cy="749808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46120"/>
            <a:ext cx="109728" cy="7498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2826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시사점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347472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AI 전략: 기술보다 구조 설계에 집중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37033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저자의 일관된 메시지: LLM API 접근이 민주화된 시대에는 누가 더 나은 '비즈니스 구조'를 설계하느냐가 승패 결정. 버티컬 AI, Closed-loop 시스템이 차별화 핵심   → AI 도입 시 기술 스택보다 데이터 플라이휠 구축 우선 검토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8412480" cy="749808"/>
          </a:xfrm>
          <a:prstGeom prst="rect">
            <a:avLst/>
          </a:prstGeom>
          <a:solidFill>
            <a:srgbClr val="F2F4F7"/>
          </a:solidFill>
          <a:ln w="12700">
            <a:solidFill>
              <a:srgbClr val="E0E6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69080"/>
            <a:ext cx="109728" cy="7498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1056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C000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시사점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42976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057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한국 테크: 디지털 주권 위기는 실재한다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4526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카카오·네이버의 플랫폼 위기, 일본 대비 AI 투자 격차(90조 vs 1.8조), 라인 사태는 단독 이슈가 아닌 구조적 위협. 국가 전략 부재가 핵심 리스크   → 한국 시장 플레이어는 글로벌 빅테크와의 차별화 전략 시급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743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Bain &amp; Company Style Analysis  |  2026.02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APPENDIX  |  주요 글 핵심 메시지 요약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977640"/>
        </p:xfrm>
        <a:graphic>
          <a:graphicData uri="http://schemas.openxmlformats.org/drawingml/2006/table">
            <a:tbl>
              <a:tblPr/>
              <a:tblGrid>
                <a:gridCol w="2834640"/>
                <a:gridCol w="4846320"/>
                <a:gridCol w="731520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글 제목</a:t>
                      </a:r>
                      <a:endParaRPr lang="en-US" sz="110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핵심 주장</a:t>
                      </a:r>
                      <a:endParaRPr lang="en-US" sz="110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좋아요</a:t>
                      </a:r>
                      <a:endParaRPr lang="en-US" sz="110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카카오·네이버 10년 뒤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AI 시대 국내 플랫폼, 글로벌 빅테크에 안방 잃을 위험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0000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576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'한국은 끝났다'에 반박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몰락이 아닌 전환기. 빠른 적응력이 한국의 진짜 경쟁력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0000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432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AI 거품론 3가지 코드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데이터·칩·비즈니스 모델 관점에서 버블 가능성 분석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0000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157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MIT 경제학자 AI 경고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AI가 대체할 일자리는 5%뿐, 3가지 붕괴 시나리오 제시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0000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140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AI 서비스 5대 트렌드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AI 컴패니언이 차세대 최대 화두, 한국어 특화 기회 존재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0000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108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AI 시대 생존 전략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기술보다 구조 설계, Closed-loop 플라이휠이 차별화 핵심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0000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73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3국 2030 AI 사용법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한국=결과도구, 미국=창의파트너, 일본=감정조력자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C0000"/>
                          </a:solidFill>
                          <a:latin typeface="Droid Sans Fallback" pitchFamily="34" charset="0"/>
                          <a:ea typeface="Droid Sans Fallback" pitchFamily="34" charset="-122"/>
                          <a:cs typeface="Droid Sans Fallback" pitchFamily="34" charset="-120"/>
                        </a:rPr>
                        <a:t>113</a:t>
                      </a:r>
                      <a:endParaRPr lang="en-US" sz="1050" dirty="0">
                        <a:latin typeface="Droid Sans Fallback" charset="0"/>
                        <a:ea typeface="Droid Sans Fallback" charset="0"/>
                        <a:cs typeface="Droid Sans Fallb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919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Droid Sans Fallback" pitchFamily="34" charset="0"/>
                <a:ea typeface="Droid Sans Fallback" pitchFamily="34" charset="-122"/>
                <a:cs typeface="Droid Sans Fallback" pitchFamily="34" charset="-120"/>
              </a:rPr>
              <a:t>Bain &amp; Company Style Analysis  |  2026.02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링크드인 글쓰기 인사이트 브리핑</dc:title>
  <dc:subject>PptxGenJS Presentation</dc:subject>
  <dc:creator>PptxGenJS</dc:creator>
  <cp:lastModifiedBy>PptxGenJS</cp:lastModifiedBy>
  <cp:revision>1</cp:revision>
  <dcterms:created xsi:type="dcterms:W3CDTF">2026-02-22T08:31:52Z</dcterms:created>
  <dcterms:modified xsi:type="dcterms:W3CDTF">2026-02-22T08:31:52Z</dcterms:modified>
</cp:coreProperties>
</file>